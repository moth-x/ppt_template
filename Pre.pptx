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13A"/>
    <a:srgbClr val="FFFFFF"/>
    <a:srgbClr val="EEEC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6238" autoAdjust="0"/>
  </p:normalViewPr>
  <p:slideViewPr>
    <p:cSldViewPr snapToGrid="0">
      <p:cViewPr>
        <p:scale>
          <a:sx n="100" d="100"/>
          <a:sy n="100" d="100"/>
        </p:scale>
        <p:origin x="990" y="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B08A79-EF2D-2FC1-1D3D-3F40FD61E1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8F7976-B228-B8A3-A457-13293ABB9B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2A4C3-D60C-41DE-AA26-3B456DF03B25}" type="datetimeFigureOut">
              <a:rPr lang="zh-CN" altLang="en-US" smtClean="0"/>
              <a:t>2023/11/13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4C5082-687C-39C2-8849-458C4931B8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DD71E6-6D24-41C2-B4DF-FF99DED248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BFCD0-0212-4469-A49E-85D6FC4176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1936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C53AE-C900-45C6-BF8C-905F38346255}" type="datetimeFigureOut">
              <a:rPr lang="zh-CN" altLang="en-US" smtClean="0"/>
              <a:t>2023/11/13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4F872-5D9C-4DFD-84D8-8A8E558702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20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4F872-5D9C-4DFD-84D8-8A8E558702F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004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4F872-5D9C-4DFD-84D8-8A8E558702F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510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4F872-5D9C-4DFD-84D8-8A8E558702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320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B0FAB4-9451-BF11-CA86-BD46BE3AA4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3900" y="742157"/>
            <a:ext cx="9144000" cy="1655762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 b="1">
                <a:latin typeface="Aptos" panose="020B0004020202020204" pitchFamily="34" charset="0"/>
                <a:ea typeface="等线" panose="0201060003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Presentation</a:t>
            </a:r>
            <a:br>
              <a:rPr lang="en-US" altLang="zh-CN" dirty="0"/>
            </a:br>
            <a:r>
              <a:rPr lang="en-US" altLang="zh-CN" dirty="0"/>
              <a:t>name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294175-3311-DCB2-C068-8534ECFFDE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3900" y="5015707"/>
            <a:ext cx="9144000" cy="1655762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/>
                </a:solidFill>
                <a:latin typeface="Aptos" panose="020B0004020202020204" pitchFamily="34" charset="0"/>
                <a:ea typeface="等线" panose="02010600030101010101" pitchFamily="2" charset="-122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Author Name</a:t>
            </a:r>
          </a:p>
          <a:p>
            <a:r>
              <a:rPr lang="en-US" altLang="zh-CN" dirty="0"/>
              <a:t>Designer at </a:t>
            </a:r>
            <a:r>
              <a:rPr lang="en-US" altLang="zh-CN" dirty="0" err="1"/>
              <a:t>Templatery</a:t>
            </a:r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AD8CE25-9DA6-91C8-ECB3-47F29B79F71C}"/>
              </a:ext>
            </a:extLst>
          </p:cNvPr>
          <p:cNvGrpSpPr/>
          <p:nvPr userDrawn="1"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7834B866-258E-939A-C62E-A779F0484C03}"/>
                </a:ext>
              </a:extLst>
            </p:cNvPr>
            <p:cNvGrpSpPr/>
            <p:nvPr userDrawn="1"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FEAC088C-0A0E-3D47-BCF3-543DC5712B88}"/>
                  </a:ext>
                </a:extLst>
              </p:cNvPr>
              <p:cNvGrpSpPr/>
              <p:nvPr userDrawn="1"/>
            </p:nvGrpSpPr>
            <p:grpSpPr>
              <a:xfrm>
                <a:off x="-1" y="0"/>
                <a:ext cx="12192001" cy="6858000"/>
                <a:chOff x="-1" y="0"/>
                <a:chExt cx="12192001" cy="685800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F24FD03F-8543-F815-F927-EA49F63D2D1A}"/>
                    </a:ext>
                  </a:extLst>
                </p:cNvPr>
                <p:cNvSpPr/>
                <p:nvPr userDrawn="1"/>
              </p:nvSpPr>
              <p:spPr>
                <a:xfrm>
                  <a:off x="-1" y="0"/>
                  <a:ext cx="12192000" cy="6857999"/>
                </a:xfrm>
                <a:prstGeom prst="rect">
                  <a:avLst/>
                </a:prstGeom>
                <a:noFill/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D34B297-4A54-FE84-9996-B37BE0F77B07}"/>
                    </a:ext>
                  </a:extLst>
                </p:cNvPr>
                <p:cNvSpPr/>
                <p:nvPr userDrawn="1"/>
              </p:nvSpPr>
              <p:spPr>
                <a:xfrm>
                  <a:off x="9677400" y="0"/>
                  <a:ext cx="2514600" cy="6858000"/>
                </a:xfrm>
                <a:prstGeom prst="rect">
                  <a:avLst/>
                </a:prstGeom>
                <a:solidFill>
                  <a:srgbClr val="FCD13A"/>
                </a:solidFill>
                <a:ln w="508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42E8041-48B5-E879-C811-BEDAC4E27776}"/>
                  </a:ext>
                </a:extLst>
              </p:cNvPr>
              <p:cNvSpPr/>
              <p:nvPr userDrawn="1"/>
            </p:nvSpPr>
            <p:spPr>
              <a:xfrm>
                <a:off x="9677400" y="5015706"/>
                <a:ext cx="2514600" cy="1842293"/>
              </a:xfrm>
              <a:prstGeom prst="rect">
                <a:avLst/>
              </a:prstGeom>
              <a:solidFill>
                <a:srgbClr val="FCD13A"/>
              </a:solidFill>
              <a:ln w="508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97BE2BBF-FB7B-8571-189B-CF357514BE1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clrChange>
                <a:clrFrom>
                  <a:srgbClr val="FCD13A"/>
                </a:clrFrom>
                <a:clrTo>
                  <a:srgbClr val="FCD13A">
                    <a:alpha val="0"/>
                  </a:srgbClr>
                </a:clrTo>
              </a:clrChange>
            </a:blip>
            <a:srcRect l="84762" t="80450" r="5357" b="7698"/>
            <a:stretch/>
          </p:blipFill>
          <p:spPr>
            <a:xfrm>
              <a:off x="10332357" y="5530452"/>
              <a:ext cx="1204686" cy="812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1449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C93E603B-4B2F-F534-FC5B-D0E90EBC0D97}"/>
              </a:ext>
            </a:extLst>
          </p:cNvPr>
          <p:cNvGrpSpPr/>
          <p:nvPr userDrawn="1"/>
        </p:nvGrpSpPr>
        <p:grpSpPr>
          <a:xfrm>
            <a:off x="-2" y="0"/>
            <a:ext cx="12192001" cy="6858000"/>
            <a:chOff x="-2" y="0"/>
            <a:chExt cx="12192001" cy="68580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F016482-A173-C87E-6B9E-69B3578806EE}"/>
                </a:ext>
              </a:extLst>
            </p:cNvPr>
            <p:cNvSpPr/>
            <p:nvPr userDrawn="1"/>
          </p:nvSpPr>
          <p:spPr>
            <a:xfrm>
              <a:off x="-1" y="0"/>
              <a:ext cx="12192000" cy="6857999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7172C62-DC68-F4BC-F026-40C69B74BC6E}"/>
                </a:ext>
              </a:extLst>
            </p:cNvPr>
            <p:cNvSpPr/>
            <p:nvPr userDrawn="1"/>
          </p:nvSpPr>
          <p:spPr>
            <a:xfrm>
              <a:off x="-2" y="0"/>
              <a:ext cx="5429251" cy="6858000"/>
            </a:xfrm>
            <a:prstGeom prst="rect">
              <a:avLst/>
            </a:prstGeom>
            <a:solidFill>
              <a:srgbClr val="FCD13A"/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816F20C-FD5B-3BA5-5ED8-9361AD51E9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8" y="380319"/>
            <a:ext cx="5429251" cy="737961"/>
          </a:xfrm>
        </p:spPr>
        <p:txBody>
          <a:bodyPr>
            <a:normAutofit/>
          </a:bodyPr>
          <a:lstStyle>
            <a:lvl1pPr>
              <a:defRPr sz="2400" b="1" spc="100" baseline="0">
                <a:latin typeface="Aptos" panose="020B0004020202020204" pitchFamily="34" charset="0"/>
              </a:defRPr>
            </a:lvl1pPr>
          </a:lstStyle>
          <a:p>
            <a:r>
              <a:rPr lang="en-US" altLang="zh-CN" dirty="0"/>
              <a:t>Topics List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34C31E-4C4D-DEDD-F9CB-BACF5FCC43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5998" y="2266949"/>
            <a:ext cx="5429250" cy="3910013"/>
          </a:xfrm>
        </p:spPr>
        <p:txBody>
          <a:bodyPr>
            <a:normAutofit/>
          </a:bodyPr>
          <a:lstStyle>
            <a:lvl1pPr marL="457200" indent="-457200">
              <a:buAutoNum type="arabicPeriod"/>
              <a:defRPr sz="2400" b="0">
                <a:latin typeface="Aptos" panose="020B0004020202020204" pitchFamily="34" charset="0"/>
                <a:cs typeface="ADLaM Display" panose="020F0502020204030204" pitchFamily="2" charset="0"/>
              </a:defRPr>
            </a:lvl1pPr>
          </a:lstStyle>
          <a:p>
            <a:pPr lvl="0"/>
            <a:r>
              <a:rPr lang="en-US" altLang="zh-CN" dirty="0"/>
              <a:t>Topic number 1</a:t>
            </a:r>
          </a:p>
          <a:p>
            <a:pPr lvl="0"/>
            <a:r>
              <a:rPr lang="en-US" altLang="zh-CN" dirty="0"/>
              <a:t>Another Topic</a:t>
            </a:r>
          </a:p>
          <a:p>
            <a:pPr lvl="0"/>
            <a:r>
              <a:rPr lang="en-US" altLang="zh-CN" dirty="0"/>
              <a:t>Topic with a longer title</a:t>
            </a:r>
          </a:p>
          <a:p>
            <a:pPr lvl="0"/>
            <a:r>
              <a:rPr lang="en-US" altLang="zh-CN" dirty="0"/>
              <a:t>Short topic</a:t>
            </a:r>
          </a:p>
          <a:p>
            <a:pPr lvl="0"/>
            <a:r>
              <a:rPr lang="en-US" altLang="zh-CN" dirty="0"/>
              <a:t>Topic</a:t>
            </a:r>
          </a:p>
          <a:p>
            <a:pPr lvl="0"/>
            <a:r>
              <a:rPr lang="en-US" altLang="zh-CN" dirty="0"/>
              <a:t>I am running out of these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537B2FB-874B-66D7-1CC4-9FECDE888FC7}"/>
              </a:ext>
            </a:extLst>
          </p:cNvPr>
          <p:cNvSpPr/>
          <p:nvPr userDrawn="1"/>
        </p:nvSpPr>
        <p:spPr>
          <a:xfrm>
            <a:off x="5438774" y="0"/>
            <a:ext cx="6753225" cy="1498600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BA8B80A7-2C8D-7940-1445-000D11AAC85D}"/>
              </a:ext>
            </a:extLst>
          </p:cNvPr>
          <p:cNvSpPr txBox="1">
            <a:spLocks/>
          </p:cNvSpPr>
          <p:nvPr userDrawn="1"/>
        </p:nvSpPr>
        <p:spPr>
          <a:xfrm>
            <a:off x="666752" y="2601118"/>
            <a:ext cx="3848100" cy="16557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Aptos" panose="020B0004020202020204" pitchFamily="34" charset="0"/>
                <a:ea typeface="等线" panose="0201060003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en-US" altLang="zh-CN" sz="6000" dirty="0"/>
              <a:t>About this</a:t>
            </a:r>
          </a:p>
          <a:p>
            <a:r>
              <a:rPr lang="en-US" altLang="zh-CN" sz="6000" dirty="0"/>
              <a:t>talk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326053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B7B0ADC3-CE8C-C2C8-096F-6444A01D5AE6}"/>
              </a:ext>
            </a:extLst>
          </p:cNvPr>
          <p:cNvGrpSpPr/>
          <p:nvPr userDrawn="1"/>
        </p:nvGrpSpPr>
        <p:grpSpPr>
          <a:xfrm>
            <a:off x="-1" y="-1"/>
            <a:ext cx="12192001" cy="6858000"/>
            <a:chOff x="-1" y="-1"/>
            <a:chExt cx="12192001" cy="68580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CCA3E54-AEFB-C1A8-CFEE-601D7D1AC829}"/>
                </a:ext>
              </a:extLst>
            </p:cNvPr>
            <p:cNvSpPr/>
            <p:nvPr userDrawn="1"/>
          </p:nvSpPr>
          <p:spPr>
            <a:xfrm>
              <a:off x="0" y="-1"/>
              <a:ext cx="12192000" cy="1485901"/>
            </a:xfrm>
            <a:prstGeom prst="rect">
              <a:avLst/>
            </a:prstGeom>
            <a:solidFill>
              <a:srgbClr val="FCD13A"/>
            </a:solidFill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9707E91-071F-4D7F-4D9E-0870A648603E}"/>
                </a:ext>
              </a:extLst>
            </p:cNvPr>
            <p:cNvSpPr/>
            <p:nvPr userDrawn="1"/>
          </p:nvSpPr>
          <p:spPr>
            <a:xfrm>
              <a:off x="-1" y="0"/>
              <a:ext cx="12192000" cy="6857999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79DC67BE-CA0C-59D5-2E7A-30DA733FF2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2081212"/>
            <a:ext cx="10515600" cy="3910013"/>
          </a:xfrm>
        </p:spPr>
        <p:txBody>
          <a:bodyPr>
            <a:normAutofit/>
          </a:bodyPr>
          <a:lstStyle>
            <a:lvl1pPr marL="0" indent="0">
              <a:buNone/>
              <a:defRPr sz="2400" b="0" spc="100" baseline="0">
                <a:latin typeface="Aptos" panose="020B0004020202020204" pitchFamily="34" charset="0"/>
                <a:cs typeface="ADLaM Display" panose="020F0502020204030204" pitchFamily="2" charset="0"/>
              </a:defRPr>
            </a:lvl1pPr>
          </a:lstStyle>
          <a:p>
            <a:pPr lvl="0"/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. Sed </a:t>
            </a:r>
            <a:r>
              <a:rPr lang="en-US" altLang="zh-CN" dirty="0" err="1"/>
              <a:t>malesuada</a:t>
            </a:r>
            <a:r>
              <a:rPr lang="en-US" altLang="zh-CN" dirty="0"/>
              <a:t> </a:t>
            </a:r>
            <a:r>
              <a:rPr lang="en-US" altLang="zh-CN" dirty="0" err="1"/>
              <a:t>rhoncus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 a </a:t>
            </a:r>
            <a:r>
              <a:rPr lang="en-US" altLang="zh-CN" dirty="0" err="1"/>
              <a:t>iaculis</a:t>
            </a:r>
            <a:r>
              <a:rPr lang="en-US" altLang="zh-CN" dirty="0"/>
              <a:t>. </a:t>
            </a:r>
            <a:r>
              <a:rPr lang="en-US" altLang="zh-CN" dirty="0" err="1"/>
              <a:t>Mauris</a:t>
            </a:r>
            <a:r>
              <a:rPr lang="en-US" altLang="zh-CN" dirty="0"/>
              <a:t> lacinia libero ac </a:t>
            </a:r>
            <a:r>
              <a:rPr lang="en-US" altLang="zh-CN" dirty="0" err="1"/>
              <a:t>accumsan</a:t>
            </a:r>
            <a:r>
              <a:rPr lang="en-US" altLang="zh-CN" dirty="0"/>
              <a:t> </a:t>
            </a:r>
            <a:r>
              <a:rPr lang="en-US" altLang="zh-CN" dirty="0" err="1"/>
              <a:t>suscipit</a:t>
            </a:r>
            <a:r>
              <a:rPr lang="en-US" altLang="zh-CN" dirty="0"/>
              <a:t>. Vestibulum </a:t>
            </a:r>
            <a:r>
              <a:rPr lang="en-US" altLang="zh-CN" dirty="0" err="1"/>
              <a:t>ut</a:t>
            </a:r>
            <a:r>
              <a:rPr lang="en-US" altLang="zh-CN" dirty="0"/>
              <a:t> libero </a:t>
            </a:r>
            <a:r>
              <a:rPr lang="en-US" altLang="zh-CN" dirty="0" err="1"/>
              <a:t>nec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dignissim</a:t>
            </a:r>
            <a:r>
              <a:rPr lang="en-US" altLang="zh-CN" dirty="0"/>
              <a:t> </a:t>
            </a:r>
            <a:r>
              <a:rPr lang="en-US" altLang="zh-CN" dirty="0" err="1"/>
              <a:t>ultrices</a:t>
            </a:r>
            <a:r>
              <a:rPr lang="en-US" altLang="zh-CN" dirty="0"/>
              <a:t> id </a:t>
            </a:r>
            <a:r>
              <a:rPr lang="en-US" altLang="zh-CN" dirty="0" err="1"/>
              <a:t>nec</a:t>
            </a:r>
            <a:r>
              <a:rPr lang="en-US" altLang="zh-CN" dirty="0"/>
              <a:t> </a:t>
            </a:r>
            <a:r>
              <a:rPr lang="en-US" altLang="zh-CN" dirty="0" err="1"/>
              <a:t>metus</a:t>
            </a:r>
            <a:r>
              <a:rPr lang="en-US" altLang="zh-CN" dirty="0"/>
              <a:t>.</a:t>
            </a:r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. Sed </a:t>
            </a:r>
            <a:r>
              <a:rPr lang="en-US" altLang="zh-CN" dirty="0" err="1"/>
              <a:t>malesuada</a:t>
            </a:r>
            <a:r>
              <a:rPr lang="en-US" altLang="zh-CN" dirty="0"/>
              <a:t> </a:t>
            </a:r>
            <a:r>
              <a:rPr lang="en-US" altLang="zh-CN" dirty="0" err="1"/>
              <a:t>rhoncus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 a </a:t>
            </a:r>
            <a:r>
              <a:rPr lang="en-US" altLang="zh-CN" dirty="0" err="1"/>
              <a:t>iaculis</a:t>
            </a:r>
            <a:r>
              <a:rPr lang="en-US" altLang="zh-CN" dirty="0"/>
              <a:t>.</a:t>
            </a:r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. Sed </a:t>
            </a:r>
            <a:r>
              <a:rPr lang="en-US" altLang="zh-CN" dirty="0" err="1"/>
              <a:t>malesuada</a:t>
            </a:r>
            <a:r>
              <a:rPr lang="en-US" altLang="zh-CN" dirty="0"/>
              <a:t> </a:t>
            </a:r>
            <a:r>
              <a:rPr lang="en-US" altLang="zh-CN" dirty="0" err="1"/>
              <a:t>rhoncus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 a </a:t>
            </a:r>
            <a:r>
              <a:rPr lang="en-US" altLang="zh-CN" dirty="0" err="1"/>
              <a:t>iaculis</a:t>
            </a:r>
            <a:r>
              <a:rPr lang="en-US" altLang="zh-CN" dirty="0"/>
              <a:t>. </a:t>
            </a:r>
            <a:r>
              <a:rPr lang="en-US" altLang="zh-CN" dirty="0" err="1"/>
              <a:t>Mauris</a:t>
            </a:r>
            <a:r>
              <a:rPr lang="en-US" altLang="zh-CN" dirty="0"/>
              <a:t> lacinia libero ac </a:t>
            </a:r>
            <a:r>
              <a:rPr lang="en-US" altLang="zh-CN" dirty="0" err="1"/>
              <a:t>accumsan</a:t>
            </a:r>
            <a:r>
              <a:rPr lang="en-US" altLang="zh-CN" dirty="0"/>
              <a:t> </a:t>
            </a:r>
            <a:r>
              <a:rPr lang="en-US" altLang="zh-CN" dirty="0" err="1"/>
              <a:t>suscipit</a:t>
            </a:r>
            <a:r>
              <a:rPr lang="en-US" altLang="zh-CN" dirty="0"/>
              <a:t>. Vestibulum </a:t>
            </a:r>
            <a:r>
              <a:rPr lang="en-US" altLang="zh-CN" dirty="0" err="1"/>
              <a:t>ut</a:t>
            </a:r>
            <a:r>
              <a:rPr lang="en-US" altLang="zh-CN" dirty="0"/>
              <a:t> libero </a:t>
            </a:r>
            <a:r>
              <a:rPr lang="en-US" altLang="zh-CN" dirty="0" err="1"/>
              <a:t>nec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dignissim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15F511C2-047C-C600-D68D-E9DD2DA8DA3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199" y="476250"/>
            <a:ext cx="10515600" cy="873918"/>
          </a:xfrm>
        </p:spPr>
        <p:txBody>
          <a:bodyPr>
            <a:normAutofit/>
          </a:bodyPr>
          <a:lstStyle>
            <a:lvl1pPr marL="0" indent="0" algn="l">
              <a:buNone/>
              <a:defRPr sz="4000" b="1" spc="100" baseline="0">
                <a:latin typeface="Aptos" panose="020B0004020202020204" pitchFamily="34" charset="0"/>
                <a:cs typeface="ADLaM Display" panose="020F0502020204030204" pitchFamily="2" charset="0"/>
              </a:defRPr>
            </a:lvl1pPr>
          </a:lstStyle>
          <a:p>
            <a:pPr lvl="0"/>
            <a:r>
              <a:rPr lang="en-US" altLang="zh-CN" dirty="0"/>
              <a:t>Slide heading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942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>
            <a:extLst>
              <a:ext uri="{FF2B5EF4-FFF2-40B4-BE49-F238E27FC236}">
                <a16:creationId xmlns:a16="http://schemas.microsoft.com/office/drawing/2014/main" id="{AC85CF03-63B5-6993-1046-369C02282E7F}"/>
              </a:ext>
            </a:extLst>
          </p:cNvPr>
          <p:cNvSpPr/>
          <p:nvPr userDrawn="1"/>
        </p:nvSpPr>
        <p:spPr>
          <a:xfrm>
            <a:off x="10303661" y="866373"/>
            <a:ext cx="1202535" cy="1202535"/>
          </a:xfrm>
          <a:prstGeom prst="ellipse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19D798-CFD4-CD8B-E20C-2903D9C1A8F1}"/>
              </a:ext>
            </a:extLst>
          </p:cNvPr>
          <p:cNvSpPr/>
          <p:nvPr userDrawn="1"/>
        </p:nvSpPr>
        <p:spPr>
          <a:xfrm>
            <a:off x="-1" y="0"/>
            <a:ext cx="12192000" cy="6857999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44E0D4-BE9C-0FFE-56A9-164ABB8BE47E}"/>
              </a:ext>
            </a:extLst>
          </p:cNvPr>
          <p:cNvSpPr/>
          <p:nvPr userDrawn="1"/>
        </p:nvSpPr>
        <p:spPr>
          <a:xfrm>
            <a:off x="0" y="5048250"/>
            <a:ext cx="12192000" cy="1809748"/>
          </a:xfrm>
          <a:prstGeom prst="rect">
            <a:avLst/>
          </a:prstGeom>
          <a:solidFill>
            <a:srgbClr val="FCD13A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内容占位符 19">
            <a:extLst>
              <a:ext uri="{FF2B5EF4-FFF2-40B4-BE49-F238E27FC236}">
                <a16:creationId xmlns:a16="http://schemas.microsoft.com/office/drawing/2014/main" id="{8A6B8C0F-49EF-7BD2-086B-C852EDA28E8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04850" y="639759"/>
            <a:ext cx="5086349" cy="1809748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 altLang="zh-CN" sz="4000" dirty="0"/>
              <a:t>Thank you! (60)</a:t>
            </a:r>
          </a:p>
          <a:p>
            <a:r>
              <a:rPr lang="en-US" altLang="zh-CN" sz="2800" b="0" spc="-100" baseline="0" dirty="0"/>
              <a:t>Any questions? (44)</a:t>
            </a:r>
            <a:endParaRPr lang="zh-CN" altLang="en-US" sz="2800" b="0" spc="-100" baseline="0" dirty="0"/>
          </a:p>
          <a:p>
            <a:pPr lvl="0"/>
            <a:endParaRPr lang="zh-CN" altLang="en-US" dirty="0"/>
          </a:p>
        </p:txBody>
      </p:sp>
      <p:sp>
        <p:nvSpPr>
          <p:cNvPr id="23" name="内容占位符 22">
            <a:extLst>
              <a:ext uri="{FF2B5EF4-FFF2-40B4-BE49-F238E27FC236}">
                <a16:creationId xmlns:a16="http://schemas.microsoft.com/office/drawing/2014/main" id="{005EF32E-9597-63CF-1C0C-A4B13481876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4850" y="4098931"/>
            <a:ext cx="7962900" cy="61912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Aptos" panose="020B0004020202020204" pitchFamily="34" charset="0"/>
              </a:defRPr>
            </a:lvl1pPr>
          </a:lstStyle>
          <a:p>
            <a:pPr lvl="0"/>
            <a:r>
              <a:rPr lang="en-US" altLang="zh-CN" dirty="0"/>
              <a:t>Your Name | your@email.com | @twitter_handle </a:t>
            </a:r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6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0D0394D-9D1C-F8C8-5882-99C430A2C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AB39C8-967B-E27E-387F-79D7F5DE5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7E751-8BDB-B8FA-05EA-2B2451F58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F5588-2B43-45DD-BD7A-7E12F8B35C22}" type="datetimeFigureOut">
              <a:rPr lang="zh-CN" altLang="en-US" smtClean="0"/>
              <a:t>2023/11/13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1C0EFA-3FEA-29C6-C123-E63670EC2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31BA6C-51E8-A2D0-E9B1-026C9CE4E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773E7-D7E0-4A90-B0E1-6B15D37C02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07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D618D-38A1-8D38-B859-87501999F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Presentation</a:t>
            </a:r>
            <a:br>
              <a:rPr lang="en-US" altLang="zh-CN" dirty="0"/>
            </a:br>
            <a:r>
              <a:rPr lang="en-US" altLang="zh-CN" dirty="0"/>
              <a:t>Name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FB57538-955B-9EF8-2B52-3E5BEC681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Author Name</a:t>
            </a:r>
          </a:p>
          <a:p>
            <a:r>
              <a:rPr lang="en-US" altLang="zh-CN" b="0" dirty="0"/>
              <a:t>Designer at </a:t>
            </a:r>
            <a:r>
              <a:rPr lang="en-US" altLang="zh-CN" b="0" dirty="0" err="1"/>
              <a:t>Templatery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52090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1C6B7-9AEA-D810-0AD8-FFA01AD5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Topics List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9E556D-A6F3-6723-63B0-79E0EC8F5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Topic number 1</a:t>
            </a:r>
          </a:p>
          <a:p>
            <a:pPr lvl="0"/>
            <a:r>
              <a:rPr lang="en-US" altLang="zh-CN" dirty="0"/>
              <a:t>Another Topic</a:t>
            </a:r>
          </a:p>
          <a:p>
            <a:pPr lvl="0"/>
            <a:r>
              <a:rPr lang="en-US" altLang="zh-CN" dirty="0"/>
              <a:t>Topic with a longer title</a:t>
            </a:r>
          </a:p>
          <a:p>
            <a:pPr lvl="0"/>
            <a:r>
              <a:rPr lang="en-US" altLang="zh-CN" dirty="0"/>
              <a:t>Short topic</a:t>
            </a:r>
          </a:p>
          <a:p>
            <a:pPr lvl="0"/>
            <a:r>
              <a:rPr lang="en-US" altLang="zh-CN" dirty="0"/>
              <a:t>Topic</a:t>
            </a:r>
          </a:p>
          <a:p>
            <a:pPr lvl="0"/>
            <a:r>
              <a:rPr lang="en-US" altLang="zh-CN" dirty="0"/>
              <a:t>I am running out of these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37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48F0D73-4BCA-8CDE-B15C-6B3A7696E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2162"/>
            <a:ext cx="10515600" cy="3910013"/>
          </a:xfrm>
        </p:spPr>
        <p:txBody>
          <a:bodyPr/>
          <a:lstStyle/>
          <a:p>
            <a:pPr lvl="0"/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. Sed </a:t>
            </a:r>
            <a:r>
              <a:rPr lang="en-US" altLang="zh-CN" dirty="0" err="1"/>
              <a:t>malesuada</a:t>
            </a:r>
            <a:r>
              <a:rPr lang="en-US" altLang="zh-CN" dirty="0"/>
              <a:t> </a:t>
            </a:r>
            <a:r>
              <a:rPr lang="en-US" altLang="zh-CN" dirty="0" err="1"/>
              <a:t>rhoncus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 a </a:t>
            </a:r>
            <a:r>
              <a:rPr lang="en-US" altLang="zh-CN" dirty="0" err="1"/>
              <a:t>iaculis</a:t>
            </a:r>
            <a:r>
              <a:rPr lang="en-US" altLang="zh-CN" dirty="0"/>
              <a:t>. </a:t>
            </a:r>
            <a:r>
              <a:rPr lang="en-US" altLang="zh-CN" dirty="0" err="1"/>
              <a:t>Mauris</a:t>
            </a:r>
            <a:r>
              <a:rPr lang="en-US" altLang="zh-CN" dirty="0"/>
              <a:t> lacinia libero ac </a:t>
            </a:r>
            <a:r>
              <a:rPr lang="en-US" altLang="zh-CN" dirty="0" err="1"/>
              <a:t>accumsan</a:t>
            </a:r>
            <a:r>
              <a:rPr lang="en-US" altLang="zh-CN" dirty="0"/>
              <a:t> </a:t>
            </a:r>
            <a:r>
              <a:rPr lang="en-US" altLang="zh-CN" dirty="0" err="1"/>
              <a:t>suscipit</a:t>
            </a:r>
            <a:r>
              <a:rPr lang="en-US" altLang="zh-CN" dirty="0"/>
              <a:t>. Vestibulum </a:t>
            </a:r>
            <a:r>
              <a:rPr lang="en-US" altLang="zh-CN" dirty="0" err="1"/>
              <a:t>ut</a:t>
            </a:r>
            <a:r>
              <a:rPr lang="en-US" altLang="zh-CN" dirty="0"/>
              <a:t> libero </a:t>
            </a:r>
            <a:r>
              <a:rPr lang="en-US" altLang="zh-CN" dirty="0" err="1"/>
              <a:t>nec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dignissim</a:t>
            </a:r>
            <a:r>
              <a:rPr lang="en-US" altLang="zh-CN" dirty="0"/>
              <a:t> </a:t>
            </a:r>
            <a:r>
              <a:rPr lang="en-US" altLang="zh-CN" dirty="0" err="1"/>
              <a:t>ultrices</a:t>
            </a:r>
            <a:r>
              <a:rPr lang="en-US" altLang="zh-CN" dirty="0"/>
              <a:t> id </a:t>
            </a:r>
            <a:r>
              <a:rPr lang="en-US" altLang="zh-CN" dirty="0" err="1"/>
              <a:t>nec</a:t>
            </a:r>
            <a:r>
              <a:rPr lang="en-US" altLang="zh-CN" dirty="0"/>
              <a:t> </a:t>
            </a:r>
            <a:r>
              <a:rPr lang="en-US" altLang="zh-CN" dirty="0" err="1"/>
              <a:t>metus</a:t>
            </a:r>
            <a:r>
              <a:rPr lang="en-US" altLang="zh-CN" dirty="0"/>
              <a:t>.</a:t>
            </a:r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. Sed </a:t>
            </a:r>
            <a:r>
              <a:rPr lang="en-US" altLang="zh-CN" dirty="0" err="1"/>
              <a:t>malesuada</a:t>
            </a:r>
            <a:r>
              <a:rPr lang="en-US" altLang="zh-CN" dirty="0"/>
              <a:t> </a:t>
            </a:r>
            <a:r>
              <a:rPr lang="en-US" altLang="zh-CN" dirty="0" err="1"/>
              <a:t>rhoncus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 a </a:t>
            </a:r>
            <a:r>
              <a:rPr lang="en-US" altLang="zh-CN" dirty="0" err="1"/>
              <a:t>iaculis</a:t>
            </a:r>
            <a:r>
              <a:rPr lang="en-US" altLang="zh-CN" dirty="0"/>
              <a:t>.</a:t>
            </a:r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Lorem ipsum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. Sed </a:t>
            </a:r>
            <a:r>
              <a:rPr lang="en-US" altLang="zh-CN" dirty="0" err="1"/>
              <a:t>malesuada</a:t>
            </a:r>
            <a:r>
              <a:rPr lang="en-US" altLang="zh-CN" dirty="0"/>
              <a:t> </a:t>
            </a:r>
            <a:r>
              <a:rPr lang="en-US" altLang="zh-CN" dirty="0" err="1"/>
              <a:t>rhoncus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 a </a:t>
            </a:r>
            <a:r>
              <a:rPr lang="en-US" altLang="zh-CN" dirty="0" err="1"/>
              <a:t>iaculis</a:t>
            </a:r>
            <a:r>
              <a:rPr lang="en-US" altLang="zh-CN" dirty="0"/>
              <a:t>. </a:t>
            </a:r>
            <a:r>
              <a:rPr lang="en-US" altLang="zh-CN" dirty="0" err="1"/>
              <a:t>Mauris</a:t>
            </a:r>
            <a:r>
              <a:rPr lang="en-US" altLang="zh-CN" dirty="0"/>
              <a:t> lacinia libero ac </a:t>
            </a:r>
            <a:r>
              <a:rPr lang="en-US" altLang="zh-CN" dirty="0" err="1"/>
              <a:t>accumsan</a:t>
            </a:r>
            <a:r>
              <a:rPr lang="en-US" altLang="zh-CN" dirty="0"/>
              <a:t> </a:t>
            </a:r>
            <a:r>
              <a:rPr lang="en-US" altLang="zh-CN" dirty="0" err="1"/>
              <a:t>suscipit</a:t>
            </a:r>
            <a:r>
              <a:rPr lang="en-US" altLang="zh-CN" dirty="0"/>
              <a:t>. Vestibulum </a:t>
            </a:r>
            <a:r>
              <a:rPr lang="en-US" altLang="zh-CN" dirty="0" err="1"/>
              <a:t>ut</a:t>
            </a:r>
            <a:r>
              <a:rPr lang="en-US" altLang="zh-CN" dirty="0"/>
              <a:t> libero </a:t>
            </a:r>
            <a:r>
              <a:rPr lang="en-US" altLang="zh-CN" dirty="0" err="1"/>
              <a:t>nec</a:t>
            </a:r>
            <a:r>
              <a:rPr lang="en-US" altLang="zh-CN" dirty="0"/>
              <a:t> </a:t>
            </a:r>
            <a:r>
              <a:rPr lang="en-US" altLang="zh-CN" dirty="0" err="1"/>
              <a:t>nulla</a:t>
            </a:r>
            <a:r>
              <a:rPr lang="en-US" altLang="zh-CN" dirty="0"/>
              <a:t> </a:t>
            </a:r>
            <a:r>
              <a:rPr lang="en-US" altLang="zh-CN" dirty="0" err="1"/>
              <a:t>dignissim</a:t>
            </a:r>
            <a:r>
              <a:rPr lang="en-US" altLang="zh-CN" dirty="0"/>
              <a:t>.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B2119E-6207-E24B-E638-6821B017892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dirty="0"/>
              <a:t>Slide heading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735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E6C1AAE-E277-D3C7-7703-F04EDDFA42F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b="1" dirty="0"/>
              <a:t>Thank you!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D225C3-1AF0-9155-392F-7F8757858DB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zh-CN" dirty="0"/>
              <a:t>My Name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73F6EE-E8D6-188F-9CB9-BCF40514EEFD}"/>
              </a:ext>
            </a:extLst>
          </p:cNvPr>
          <p:cNvSpPr txBox="1"/>
          <p:nvPr/>
        </p:nvSpPr>
        <p:spPr>
          <a:xfrm>
            <a:off x="10260806" y="963096"/>
            <a:ext cx="13501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0" dirty="0"/>
              <a:t>👏</a:t>
            </a:r>
          </a:p>
        </p:txBody>
      </p:sp>
    </p:spTree>
    <p:extLst>
      <p:ext uri="{BB962C8B-B14F-4D97-AF65-F5344CB8AC3E}">
        <p14:creationId xmlns:p14="http://schemas.microsoft.com/office/powerpoint/2010/main" val="3148099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sz="2400" b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123</Words>
  <Application>Microsoft Office PowerPoint</Application>
  <PresentationFormat>宽屏</PresentationFormat>
  <Paragraphs>22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Aptos</vt:lpstr>
      <vt:lpstr>Arial</vt:lpstr>
      <vt:lpstr>Office 主题​​</vt:lpstr>
      <vt:lpstr>Presentation Name</vt:lpstr>
      <vt:lpstr>Topics List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FengFeng</dc:creator>
  <cp:lastModifiedBy>FengFeng</cp:lastModifiedBy>
  <cp:revision>50</cp:revision>
  <dcterms:created xsi:type="dcterms:W3CDTF">2023-11-13T14:57:43Z</dcterms:created>
  <dcterms:modified xsi:type="dcterms:W3CDTF">2023-11-13T15:46:56Z</dcterms:modified>
</cp:coreProperties>
</file>